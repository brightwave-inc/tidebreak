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5.1</c:v>
                </c:pt>
                <c:pt idx="2">
                  <c:v>6.3</c:v>
                </c:pt>
                <c:pt idx="3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3.2</c:v>
                </c:pt>
                <c:pt idx="2">
                  <c:v>3.6</c:v>
                </c:pt>
                <c:pt idx="3">
                  <c:v>4.1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24% year over year</a:t>
            </a:r>
          </a:p>
          <a:p>
            <a:pPr lvl="1"/>
            <a:r>
              <a:t>Churn fell below 2% for the first time</a:t>
            </a:r>
          </a:p>
          <a:p>
            <a:pPr lvl="1"/>
            <a:r>
              <a:t>Enterprise pipeline doubled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743200" cy="1371600"/>
          </a:xfrm>
          <a:prstGeom prst="roundRect">
            <a:avLst/>
          </a:prstGeom>
          <a:solidFill>
            <a:srgbClr val="33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Ingest Service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840480" y="2194560"/>
            <a:ext cx="1280160" cy="6400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1828800"/>
            <a:ext cx="27432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Warehouse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+31%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